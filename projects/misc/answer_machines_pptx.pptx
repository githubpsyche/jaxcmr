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Today I want to use Brendan McCord’s FT essay as a jumping-off point for a lab conversation that spans two interests we have here: AI for education, and basic cognitive science of memory and learning. I am going to start by presenting the essay’s core claims in a way that I think is faithful and charitable. Then I will offer one sharpening from a cogpsych/psychometric angle that I think makes the core issue more precise and turns it into a research program rather than a general worry. So the order is: value, summary, implications, then refinement.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think the value of the piece is that it does not mainly treat AI as a new misconduct technology. It treats AI as a mirror that reveals something about what we have already been rewarding and training for: fluent answer production. Even if you disagree with parts of his sociology of universities, he is asking a genuinely uncomfortable question: if polished answers are easy, what does that say about what we were measuring before? That is a useful provocation for both AI-for-education people and basic cogpsych people.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 begins with a teaching vignette at Oxford: students can summarize Mill precisely, but when asked what they actually think or whether the assumptions hold, the room goes quiet. This is his way of distinguishing two competencies. One is a kind of competent performance: summarization, structure, coherence. The other is inquiry: generating your own questions, pressure-testing assumptions, and owning a judgment. He labels the first mode ‘answer machines’ and suggests that elite training can drift toward producing this kind of output-focused fluency.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the thesis as I read it. For a long time, universities have been training students to produce polished responses on demand. LLMs have now learned to produce that same kind of polished response faster and more smoothly. So we can no longer pretend that polished output, by itself, is strong evidence of thinking. His conclusion is that we need to reorient what we ask students to produce, and what we treat as evidence, toward inquiry rather than product.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 grounds the argument in a philosophical contrast. Socrates is used to frame thinking as the ability to sustain questioning, not just to deliver answers. Montaigne is used to frame writing as a medium for thinking in motion, not the transcription of already-finished thoughts. Against that, he criticizes modern assessment formats that treat questions as fixed prompts and reward answers that look complete and settled. That is the deeper claim: the institutional routine already drifted toward performance, and AI just makes it explicit.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 also offers a kind of story about authority. The priest is explicit authority. The library is institutional authority embedded in catalog and structure. AI is dynamic authority: it gives you fluent outputs that can feel like your own thinking. This matters for education because it suggests that the core skill shifts again: the work of discernment becomes the learner’s responsibility. So he is not just worried about writing; he is worried about judgment.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Importantly, he is not only lamenting. He proposes a positive direction: make the student submit evidence of inquiry. Examples he gestures at include: documenting a dialogue with AI, showing where the student challenged it, where they verified, and where their thinking changed. So: the deliverable becomes a trace of intellectual work, rather than only a polished output. That is the constructive idea I think is most worth taking seriously.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I want to connect his thesis to the AI-for-education domain. If AI can produce the surface form of a good answer, then outcomes like essay quality become less diagnostic of underlying competence. That is not only about cheating; it is about what our measures actually mean under assistance. And it points to a design question: does the tool bypass cognitive work, or does it shape and scaffold the cognitive work we want students to do? McCord’s essay pushes us toward the ‘shape the work’ view.</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From a cogpsych perspective, the essay maps onto a classic theme: performance now is not always learning later. Fluency can be misleading. If AI increases fluency, we should expect more false mastery unless tasks force the learner into effortful operations: retrieval, generation, error correction, and calibration. So McCord’s ‘performance vs thinking’ distinction has a straightforward cognitive interpretation: the visible product can be decoupled from the learning processes that build durable memory and transfer.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I sharpen anything, I want to say where I agree strongly. It is true that institutions reward what is legible and gradeable. It is true that AI makes output-based proxies unstable. And I think the direction of ‘assess inquiry’ is broadly right. If we do nothing, we will increasingly measure access to tools and facility with genre conventions rather than the intended learning goals.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the sharpening. The essay can be read as making two related but distinct claims. One is a training claim: universities are causing students to become answer performers. The other is a measurement claim: our assessment instruments mostly capture output, not inquiry, so we are drawing the wrong inferences about students. McCord tends to blur these, because rhetorically it helps. But analytically, separating them is useful. If the problem is measurement, then changing assessment and tasks can plausibly change instruction. If the problem is deeper formation or culture, changing assessment might just create a new kind of performance. Distinguishing these is what makes the issue researchable.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Psychometrics gives a disciplined way to move from a nice idea to a defensible claim. If we want to treat an inquiry trace as evidence of learning or thinking, we need three things. First, a construct definition: what exactly is being measured? Second, an evidence model: what behaviors are indicators, and what is the theory that links them to the construct? Third, validation: do these indicators actually predict outcomes we care about, like delayed retention, transfer, robustness to new problems, or calibrated confidence? This is not hostile to McCord. It is the natural next step if we want to implement his proposal rather than just endorse it.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a concrete way to operationalize the core idea. Instead of ‘thinking’ as a vibe, define inquiry skill as a set of components we can measure. For example: do you attempt an answer before asking for help, which forces retrieval? Do you ask questions that probe assumptions, mechanisms, and boundary conditions? Do you verify claims and actually update your beliefs when something fails? Do you search for counterexamples? Is confidence calibrated to accuracy? These are not perfect, but they are measurable. And they can be related to memory and learning outcomes that cogpsych cares about.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practical worry is that any scoring scheme can become a genre: students learn to perform the indicators. So task design matters. If you want traces to be diagnostic, you can add constraints that make superficial performance harder. Have students commit before help. Probe one pivot at random: ‘why did you change your mind here?’ Include transfer items and delayed tests so the trace has to predict something real. And perturb the context so that robust understanding is rewarded over rehearsed narrative. This is where AI-for-education experimentation and measurement design can meet cogpsych mechanisms.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will end with the discussion questions I actually care about. First, what construct should we prioritize here: transfer, calibration, inquiry skill, or something else? Second, what is the smallest amount of process evidence that materially improves our inferences beyond final answers? Third, how do we do this in a way that is robust to gaming, but also fair given differences in time, coaching, and tool access? If we can answer those, we have a genuine research program that takes McCord’s provocation seriously and extends it with mechanisms and measurement.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On the Rise of the Answer Machines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AI, Assessment, and Inquiry — A Lab Discussion</a:t>
            </a:r>
            <a:br/>
            <a:br/>
            <a:r>
              <a:rPr/>
              <a:t>Jordan Gunn</a:t>
            </a:r>
          </a:p>
        </p:txBody>
      </p:sp>
      <p:sp>
        <p:nvSpPr>
          <p:cNvPr id="4" name="Date Placeholder 3"/>
          <p:cNvSpPr>
            <a:spLocks noGrp="1"/>
          </p:cNvSpPr>
          <p:nvPr>
            <p:ph idx="10" sz="half" type="dt"/>
          </p:nvPr>
        </p:nvSpPr>
        <p:spPr/>
        <p:txBody>
          <a:bodyPr/>
          <a:lstStyle/>
          <a:p>
            <a:pPr lvl="0" indent="0" marL="0">
              <a:buNone/>
            </a:pPr>
            <a:r>
              <a:rPr/>
              <a:t>2026-02-11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Framing</a:t>
            </a:r>
          </a:p>
        </p:txBody>
      </p:sp>
      <p:sp>
        <p:nvSpPr>
          <p:cNvPr id="3" name="Content Placeholder 2"/>
          <p:cNvSpPr>
            <a:spLocks noGrp="1"/>
          </p:cNvSpPr>
          <p:nvPr>
            <p:ph idx="1"/>
          </p:nvPr>
        </p:nvSpPr>
        <p:spPr/>
        <p:txBody>
          <a:bodyPr/>
          <a:lstStyle/>
          <a:p>
            <a:pPr lvl="0"/>
            <a:r>
              <a:rPr/>
              <a:t>The rise of the answer machines (McCord, FT, Jan 2026)</a:t>
            </a:r>
          </a:p>
          <a:p>
            <a:pPr lvl="0"/>
            <a:r>
              <a:rPr/>
              <a:t>What is the real target of assessment in an AI-saturated world?</a:t>
            </a:r>
          </a:p>
          <a:p>
            <a:pPr lvl="0"/>
            <a:r>
              <a:rPr/>
              <a:t>A bridge talk: AI-for-education + cogpsych + psychometrics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essay is worth reading</a:t>
            </a:r>
          </a:p>
        </p:txBody>
      </p:sp>
      <p:sp>
        <p:nvSpPr>
          <p:cNvPr id="3" name="Content Placeholder 2"/>
          <p:cNvSpPr>
            <a:spLocks noGrp="1"/>
          </p:cNvSpPr>
          <p:nvPr>
            <p:ph idx="1"/>
          </p:nvPr>
        </p:nvSpPr>
        <p:spPr/>
        <p:txBody>
          <a:bodyPr/>
          <a:lstStyle/>
          <a:p>
            <a:pPr lvl="0"/>
            <a:r>
              <a:rPr/>
              <a:t>It is not a “cheating” essay</a:t>
            </a:r>
          </a:p>
          <a:p>
            <a:pPr lvl="0"/>
            <a:r>
              <a:rPr/>
              <a:t>It is an essay about what counts as thinking</a:t>
            </a:r>
          </a:p>
          <a:p>
            <a:pPr lvl="0"/>
            <a:r>
              <a:rPr/>
              <a:t>AI is used as a mirror for pre-existing educational habits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McCord’s opening vignette</a:t>
            </a:r>
          </a:p>
        </p:txBody>
      </p:sp>
      <p:sp>
        <p:nvSpPr>
          <p:cNvPr id="3" name="Content Placeholder 2"/>
          <p:cNvSpPr>
            <a:spLocks noGrp="1"/>
          </p:cNvSpPr>
          <p:nvPr>
            <p:ph idx="1"/>
          </p:nvPr>
        </p:nvSpPr>
        <p:spPr/>
        <p:txBody>
          <a:bodyPr/>
          <a:lstStyle/>
          <a:p>
            <a:pPr lvl="0"/>
            <a:r>
              <a:rPr/>
              <a:t>Elite students can summarize arguments cleanly</a:t>
            </a:r>
          </a:p>
          <a:p>
            <a:pPr lvl="0"/>
            <a:r>
              <a:rPr/>
              <a:t>But they stall on evaluative, self-owned judgment</a:t>
            </a:r>
          </a:p>
          <a:p>
            <a:pPr lvl="0"/>
            <a:r>
              <a:rPr/>
              <a:t>“Answer machine” = polished response without personal inquiry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 central thesis</a:t>
            </a:r>
          </a:p>
        </p:txBody>
      </p:sp>
      <p:sp>
        <p:nvSpPr>
          <p:cNvPr id="3" name="Content Placeholder 2"/>
          <p:cNvSpPr>
            <a:spLocks noGrp="1"/>
          </p:cNvSpPr>
          <p:nvPr>
            <p:ph idx="1"/>
          </p:nvPr>
        </p:nvSpPr>
        <p:spPr/>
        <p:txBody>
          <a:bodyPr/>
          <a:lstStyle/>
          <a:p>
            <a:pPr lvl="0"/>
            <a:r>
              <a:rPr/>
              <a:t>Universities trained answer performance</a:t>
            </a:r>
          </a:p>
          <a:p>
            <a:pPr lvl="0"/>
            <a:r>
              <a:rPr/>
              <a:t>LLMs now automate that same performance</a:t>
            </a:r>
          </a:p>
          <a:p>
            <a:pPr lvl="0"/>
            <a:r>
              <a:rPr/>
              <a:t>So we have to reorient assessment toward inquiry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philosophical backbone he invokes</a:t>
            </a:r>
          </a:p>
        </p:txBody>
      </p:sp>
      <p:sp>
        <p:nvSpPr>
          <p:cNvPr id="3" name="Content Placeholder 2"/>
          <p:cNvSpPr>
            <a:spLocks noGrp="1"/>
          </p:cNvSpPr>
          <p:nvPr>
            <p:ph idx="1"/>
          </p:nvPr>
        </p:nvSpPr>
        <p:spPr/>
        <p:txBody>
          <a:bodyPr/>
          <a:lstStyle/>
          <a:p>
            <a:pPr lvl="0"/>
            <a:r>
              <a:rPr/>
              <a:t>Socrates: thinking as questioning</a:t>
            </a:r>
          </a:p>
          <a:p>
            <a:pPr lvl="0"/>
            <a:r>
              <a:rPr/>
              <a:t>Montaigne: the essay as an attempt, not a proof</a:t>
            </a:r>
          </a:p>
          <a:p>
            <a:pPr lvl="0"/>
            <a:r>
              <a:rPr/>
              <a:t>Modern assessment: questions as static inputs, answers as outputs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Historical framing: authority shifts</a:t>
            </a:r>
          </a:p>
        </p:txBody>
      </p:sp>
      <p:sp>
        <p:nvSpPr>
          <p:cNvPr id="3" name="Content Placeholder 2"/>
          <p:cNvSpPr>
            <a:spLocks noGrp="1"/>
          </p:cNvSpPr>
          <p:nvPr>
            <p:ph idx="1"/>
          </p:nvPr>
        </p:nvSpPr>
        <p:spPr/>
        <p:txBody>
          <a:bodyPr/>
          <a:lstStyle/>
          <a:p>
            <a:pPr lvl="0"/>
            <a:r>
              <a:rPr b="1"/>
              <a:t>Priest:</a:t>
            </a:r>
            <a:r>
              <a:rPr/>
              <a:t> authority tells you what to think</a:t>
            </a:r>
          </a:p>
          <a:p>
            <a:pPr lvl="0"/>
            <a:r>
              <a:rPr b="1"/>
              <a:t>Library:</a:t>
            </a:r>
            <a:r>
              <a:rPr/>
              <a:t> authority tells you where to look</a:t>
            </a:r>
          </a:p>
          <a:p>
            <a:pPr lvl="0"/>
            <a:r>
              <a:rPr b="1"/>
              <a:t>AI:</a:t>
            </a:r>
            <a:r>
              <a:rPr/>
              <a:t> authority generates plausible thinking “from within”</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he proposes</a:t>
            </a:r>
          </a:p>
        </p:txBody>
      </p:sp>
      <p:sp>
        <p:nvSpPr>
          <p:cNvPr id="3" name="Content Placeholder 2"/>
          <p:cNvSpPr>
            <a:spLocks noGrp="1"/>
          </p:cNvSpPr>
          <p:nvPr>
            <p:ph idx="1"/>
          </p:nvPr>
        </p:nvSpPr>
        <p:spPr/>
        <p:txBody>
          <a:bodyPr/>
          <a:lstStyle/>
          <a:p>
            <a:pPr lvl="0"/>
            <a:r>
              <a:rPr/>
              <a:t>Stop treating polished product as the endpoint</a:t>
            </a:r>
          </a:p>
          <a:p>
            <a:pPr lvl="0"/>
            <a:r>
              <a:rPr/>
              <a:t>Ask for “evidence of thinking”: questioning, verification, pivots</a:t>
            </a:r>
          </a:p>
          <a:p>
            <a:pPr lvl="0"/>
            <a:r>
              <a:rPr/>
              <a:t>The essay becomes a record of inquiry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resonates with AI-for-education</a:t>
            </a:r>
          </a:p>
        </p:txBody>
      </p:sp>
      <p:sp>
        <p:nvSpPr>
          <p:cNvPr id="3" name="Content Placeholder 2"/>
          <p:cNvSpPr>
            <a:spLocks noGrp="1"/>
          </p:cNvSpPr>
          <p:nvPr>
            <p:ph idx="1"/>
          </p:nvPr>
        </p:nvSpPr>
        <p:spPr/>
        <p:txBody>
          <a:bodyPr/>
          <a:lstStyle/>
          <a:p>
            <a:pPr lvl="0"/>
            <a:r>
              <a:rPr/>
              <a:t>The main risk is not just misconduct</a:t>
            </a:r>
          </a:p>
          <a:p>
            <a:pPr lvl="0"/>
            <a:r>
              <a:rPr/>
              <a:t>The main risk is proxy failure: outputs stop being diagnostic</a:t>
            </a:r>
          </a:p>
          <a:p>
            <a:pPr lvl="0"/>
            <a:r>
              <a:rPr/>
              <a:t>Tool design matters: bypass effort vs shape effort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this resonates with cogpsych</a:t>
            </a:r>
          </a:p>
        </p:txBody>
      </p:sp>
      <p:sp>
        <p:nvSpPr>
          <p:cNvPr id="3" name="Content Placeholder 2"/>
          <p:cNvSpPr>
            <a:spLocks noGrp="1"/>
          </p:cNvSpPr>
          <p:nvPr>
            <p:ph idx="1"/>
          </p:nvPr>
        </p:nvSpPr>
        <p:spPr/>
        <p:txBody>
          <a:bodyPr/>
          <a:lstStyle/>
          <a:p>
            <a:pPr lvl="0"/>
            <a:r>
              <a:rPr/>
              <a:t>Learning vs performance can diverge</a:t>
            </a:r>
          </a:p>
          <a:p>
            <a:pPr lvl="0"/>
            <a:r>
              <a:rPr/>
              <a:t>Fluency can create illusions of competence</a:t>
            </a:r>
          </a:p>
          <a:p>
            <a:pPr lvl="0"/>
            <a:r>
              <a:rPr/>
              <a:t>Durable learning often requires effortful operations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I agree strongly</a:t>
            </a:r>
          </a:p>
        </p:txBody>
      </p:sp>
      <p:sp>
        <p:nvSpPr>
          <p:cNvPr id="3" name="Content Placeholder 2"/>
          <p:cNvSpPr>
            <a:spLocks noGrp="1"/>
          </p:cNvSpPr>
          <p:nvPr>
            <p:ph idx="1"/>
          </p:nvPr>
        </p:nvSpPr>
        <p:spPr/>
        <p:txBody>
          <a:bodyPr/>
          <a:lstStyle/>
          <a:p>
            <a:pPr lvl="0"/>
            <a:r>
              <a:rPr/>
              <a:t>We overvalue legible products because they are easy to score</a:t>
            </a:r>
          </a:p>
          <a:p>
            <a:pPr lvl="0"/>
            <a:r>
              <a:rPr/>
              <a:t>AI makes that strategy unstable</a:t>
            </a:r>
          </a:p>
          <a:p>
            <a:pPr lvl="0"/>
            <a:r>
              <a:rPr/>
              <a:t>Shifting attention to inquiry is directionally right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constructive sharpening: a measurement ambiguity</a:t>
            </a:r>
          </a:p>
        </p:txBody>
      </p:sp>
      <p:sp>
        <p:nvSpPr>
          <p:cNvPr id="3" name="Content Placeholder 2"/>
          <p:cNvSpPr>
            <a:spLocks noGrp="1"/>
          </p:cNvSpPr>
          <p:nvPr>
            <p:ph idx="1"/>
          </p:nvPr>
        </p:nvSpPr>
        <p:spPr/>
        <p:txBody>
          <a:bodyPr/>
          <a:lstStyle/>
          <a:p>
            <a:pPr lvl="0" indent="0" marL="0">
              <a:buNone/>
            </a:pPr>
            <a:r>
              <a:rPr/>
              <a:t>Two different claims:</a:t>
            </a:r>
          </a:p>
          <a:p>
            <a:pPr lvl="0" indent="-342900" marL="342900">
              <a:buAutoNum type="arabicPeriod"/>
            </a:pPr>
            <a:r>
              <a:rPr b="1"/>
              <a:t>Training claim:</a:t>
            </a:r>
            <a:r>
              <a:rPr/>
              <a:t> universities are producing shallow performers</a:t>
            </a:r>
          </a:p>
          <a:p>
            <a:pPr lvl="0" indent="-342900" marL="342900">
              <a:buAutoNum type="arabicPeriod"/>
            </a:pPr>
            <a:r>
              <a:rPr b="1"/>
              <a:t>Measurement claim:</a:t>
            </a:r>
            <a:r>
              <a:rPr/>
              <a:t> our assessments cannot capture inquiry well</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psychometric lens</a:t>
            </a:r>
          </a:p>
        </p:txBody>
      </p:sp>
      <p:sp>
        <p:nvSpPr>
          <p:cNvPr id="3" name="Content Placeholder 2"/>
          <p:cNvSpPr>
            <a:spLocks noGrp="1"/>
          </p:cNvSpPr>
          <p:nvPr>
            <p:ph idx="1"/>
          </p:nvPr>
        </p:nvSpPr>
        <p:spPr/>
        <p:txBody>
          <a:bodyPr/>
          <a:lstStyle/>
          <a:p>
            <a:pPr lvl="0"/>
            <a:r>
              <a:rPr/>
              <a:t>Define the construct (what is “thinking” here?)</a:t>
            </a:r>
          </a:p>
          <a:p>
            <a:pPr lvl="0"/>
            <a:r>
              <a:rPr/>
              <a:t>Specify evidence (what behaviors count, and why?)</a:t>
            </a:r>
          </a:p>
          <a:p>
            <a:pPr lvl="0"/>
            <a:r>
              <a:rPr/>
              <a:t>Validate the inference (does it predict retention/transfer/robustness?)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Turning the essay into a research program</a:t>
            </a:r>
          </a:p>
        </p:txBody>
      </p:sp>
      <p:sp>
        <p:nvSpPr>
          <p:cNvPr id="3" name="Content Placeholder 2"/>
          <p:cNvSpPr>
            <a:spLocks noGrp="1"/>
          </p:cNvSpPr>
          <p:nvPr>
            <p:ph idx="1"/>
          </p:nvPr>
        </p:nvSpPr>
        <p:spPr/>
        <p:txBody>
          <a:bodyPr/>
          <a:lstStyle/>
          <a:p>
            <a:pPr lvl="0" indent="0" marL="0">
              <a:buNone/>
            </a:pPr>
            <a:r>
              <a:rPr/>
              <a:t>Candidate measurable components of inquiry:</a:t>
            </a:r>
          </a:p>
          <a:p>
            <a:pPr lvl="0"/>
            <a:r>
              <a:rPr/>
              <a:t>Retrieval-first attempt</a:t>
            </a:r>
          </a:p>
          <a:p>
            <a:pPr lvl="0"/>
            <a:r>
              <a:rPr/>
              <a:t>Question quality (assumptions, mechanisms, boundaries)</a:t>
            </a:r>
          </a:p>
          <a:p>
            <a:pPr lvl="0"/>
            <a:r>
              <a:rPr/>
              <a:t>Verification and belief updating</a:t>
            </a:r>
          </a:p>
          <a:p>
            <a:pPr lvl="0"/>
            <a:r>
              <a:rPr/>
              <a:t>Counterexample / boundary testing</a:t>
            </a:r>
          </a:p>
          <a:p>
            <a:pPr lvl="0"/>
            <a:r>
              <a:rPr/>
              <a:t>Calibration (confidence tracks correctness)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Task designs that reduce “process theater”</a:t>
            </a:r>
          </a:p>
        </p:txBody>
      </p:sp>
      <p:sp>
        <p:nvSpPr>
          <p:cNvPr id="3" name="Content Placeholder 2"/>
          <p:cNvSpPr>
            <a:spLocks noGrp="1"/>
          </p:cNvSpPr>
          <p:nvPr>
            <p:ph idx="1"/>
          </p:nvPr>
        </p:nvSpPr>
        <p:spPr/>
        <p:txBody>
          <a:bodyPr/>
          <a:lstStyle/>
          <a:p>
            <a:pPr lvl="0"/>
            <a:r>
              <a:rPr/>
              <a:t>Commit before help</a:t>
            </a:r>
          </a:p>
          <a:p>
            <a:pPr lvl="0"/>
            <a:r>
              <a:rPr/>
              <a:t>Random pivot probe (“why did you change here?”)</a:t>
            </a:r>
          </a:p>
          <a:p>
            <a:pPr lvl="0"/>
            <a:r>
              <a:rPr/>
              <a:t>Transfer items + delayed test</a:t>
            </a:r>
          </a:p>
          <a:p>
            <a:pPr lvl="0"/>
            <a:r>
              <a:rPr/>
              <a:t>Perturbations: new contexts, adversarial prompts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 want from this lab discussion</a:t>
            </a:r>
          </a:p>
        </p:txBody>
      </p:sp>
      <p:sp>
        <p:nvSpPr>
          <p:cNvPr id="3" name="Content Placeholder 2"/>
          <p:cNvSpPr>
            <a:spLocks noGrp="1"/>
          </p:cNvSpPr>
          <p:nvPr>
            <p:ph idx="1"/>
          </p:nvPr>
        </p:nvSpPr>
        <p:spPr/>
        <p:txBody>
          <a:bodyPr/>
          <a:lstStyle/>
          <a:p>
            <a:pPr lvl="0"/>
            <a:r>
              <a:rPr/>
              <a:t>What is the target construct for us: transfer, calibration, inquiry?</a:t>
            </a:r>
          </a:p>
          <a:p>
            <a:pPr lvl="0"/>
            <a:r>
              <a:rPr/>
              <a:t>What is the minimal evidence that improves over product-only scoring?</a:t>
            </a:r>
          </a:p>
          <a:p>
            <a:pPr lvl="0"/>
            <a:r>
              <a:rPr/>
              <a:t>How do we make it hard to game and fair across access differences?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the Rise of the Answer Machines</dc:title>
  <dc:creator>Jordan Gunn</dc:creator>
  <cp:keywords/>
  <dcterms:created xsi:type="dcterms:W3CDTF">2026-02-11T16:57:16Z</dcterms:created>
  <dcterms:modified xsi:type="dcterms:W3CDTF">2026-02-11T16:57:16Z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2026-02-11</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AI, Assessment, and Inquiry — A Lab Discussion</vt:lpwstr>
  </property>
  <property fmtid="{D5CDD505-2E9C-101B-9397-08002B2CF9AE}" pid="11" name="toc-title">
    <vt:lpwstr>Table of contents</vt:lpwstr>
  </property>
</Properties>
</file>